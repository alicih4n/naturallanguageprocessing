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6C7E-825D-2C40-2F72-B931A1B7D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730CD-1C0D-D2C6-1301-699842041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1F252-A89D-76B7-2464-0473DE42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000D3-FB9F-6450-49A4-EF4EE3C9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5908-122D-A1EA-8BDB-A5770033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9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5CFD-D175-0304-97E8-15AB9406D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7D87-0661-59E8-53DF-E8DE97889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0F161-FA08-32CB-E827-8DE5D5221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E61AF-1A6B-77BA-BD98-32676A2D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31272-2505-F35F-4FD6-649CF20A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6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B5AB-37EE-42AE-70B2-5070B63E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1D20A-55F3-86BA-FE5E-BFCC06BFD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01E1D-DC5C-E8D5-7521-C32D2E820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AC89-C4CD-4BBC-F3AC-7C74A7E6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E90BB-AC6F-7C21-87EC-8BF102A8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8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9770-8BCB-D6F3-BD79-3A96EB71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DC7A8-CC93-D7AB-EF99-1C5FAAD66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77DD9-823B-4B84-8EB2-7B2CE591D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908FB-592E-70A6-B2D5-DAC5793C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5DE04-8BE7-85EC-C169-2315BF56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954FD-1BF8-B598-EBE8-D314092D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8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8C0C-2B60-214C-A01C-C6FE7BB5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C69E0-EBC1-A7DC-8A5B-F12006F18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D3AF0-9A0F-A81D-3EA8-A61FAC346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AC83E-3778-2C50-B95A-AFB525C89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EEB4B-B936-5DFA-3024-FCC50FE8C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031B1E-2BE2-5FA6-F380-17FF9458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D23C2-F04C-811B-B258-61E5DB12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510AD-5D7A-AB41-398A-765B75B0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2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264D-1CF6-FA09-1C56-8313FB97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477A8-9AD4-E4AF-347A-0298816A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CD9D1-801A-E399-8FAA-CE3150C82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0F079-0A39-CE6B-F8CE-B3783DDF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A9B10-CD39-9546-4DC5-49448859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111CB-FE0B-66BF-7E64-40D4CB76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1A1BB-6CCD-54FC-0714-B293EAA7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46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DE37-294C-A883-E8A9-B4A5AB4E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52819-3D72-F3C3-F805-3A9BABE68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168D5-94A6-4F0B-B458-34667FB7B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0ED35-C74A-6D81-DB60-142894A8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B82F6-9198-11AE-ADD4-3E9ED1CD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589CD-CA95-24A9-3939-FDA9F721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75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7CFA-D6AE-11E4-620E-B63F7157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84955-898D-FA10-B8E3-F9BCB8BDC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98D9A-EB4D-750D-AE0F-C3949ADB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3E3A4-804A-672E-A715-4CD72037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0398-8BE0-9A2B-169D-463545C8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B947A-36E6-EA07-C09D-CEC22D61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9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2533-F349-B875-F518-843DCEF1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AB2F3-6F73-5980-F45A-F274A2603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9EF3A-5329-39F5-B34D-CF8ADD7DF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1ACAF-661E-F815-B97C-C74BE81E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4387B-0853-5D1B-06BD-71B0800C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57252-5C7E-A350-0772-D5111EDD0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68771-BD4F-62A1-9244-F1FAACB63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D6615-3FBD-C2BC-0D54-1CB40E6C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DF89B-AB7B-6B97-313E-0A96BC47C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E6AD3-3D22-CFB3-7292-F532DC73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8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35F51-C6A5-AF00-064C-8C5CF333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3BCF3-2A8A-03A4-78CF-DA211354F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8CE51-D50C-CC76-22C1-9273BD6E7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5A484-EE43-4579-B0E7-8A8C64A75B9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DCA3E-4623-0C54-118A-9FECF36A7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78846-7762-B131-3E16-B395A9046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C4B24-635C-44EB-96FE-F52BAC3A5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6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E1A1C-ABC5-F746-8148-A5422942A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A7B30-5182-AD6A-BBAF-2B43588DE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4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F7645-67A9-58E3-C9D9-9004A04B6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6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F8A52-A4F5-6560-ED53-685D82EE5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5866FF-56AB-EF1F-A3BD-338EE7F2B5E8}"/>
              </a:ext>
            </a:extLst>
          </p:cNvPr>
          <p:cNvSpPr txBox="1"/>
          <p:nvPr/>
        </p:nvSpPr>
        <p:spPr>
          <a:xfrm>
            <a:off x="8955157" y="606287"/>
            <a:ext cx="2882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PathoIntern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 Chatbot Agent Pipeline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83459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61CD8-DAEB-AA79-DCC6-78B18B19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AABD1-6C14-82B0-BBD9-E1045E8E1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9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F8D933-4FF7-8BAB-72DF-9C0FCD2CE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03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Sans Serif Collection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Muthuraj Jayakumar</dc:creator>
  <cp:lastModifiedBy>Muthuraj Jayakumar</cp:lastModifiedBy>
  <cp:revision>4</cp:revision>
  <dcterms:created xsi:type="dcterms:W3CDTF">2026-04-23T22:14:11Z</dcterms:created>
  <dcterms:modified xsi:type="dcterms:W3CDTF">2026-04-24T00:47:22Z</dcterms:modified>
</cp:coreProperties>
</file>